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25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A0A1-F4DB-4467-9601-E7157717FD2A}" type="datetimeFigureOut">
              <a:rPr lang="en-US" smtClean="0"/>
              <a:t>19-Nov-25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6B39A-05C0-42D8-8321-43463B8CC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62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A0A1-F4DB-4467-9601-E7157717FD2A}" type="datetimeFigureOut">
              <a:rPr lang="en-US" smtClean="0"/>
              <a:t>19-Nov-25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6B39A-05C0-42D8-8321-43463B8CC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147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A0A1-F4DB-4467-9601-E7157717FD2A}" type="datetimeFigureOut">
              <a:rPr lang="en-US" smtClean="0"/>
              <a:t>19-Nov-25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6B39A-05C0-42D8-8321-43463B8CC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513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A0A1-F4DB-4467-9601-E7157717FD2A}" type="datetimeFigureOut">
              <a:rPr lang="en-US" smtClean="0"/>
              <a:t>19-Nov-25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6B39A-05C0-42D8-8321-43463B8CC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626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A0A1-F4DB-4467-9601-E7157717FD2A}" type="datetimeFigureOut">
              <a:rPr lang="en-US" smtClean="0"/>
              <a:t>19-Nov-25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6B39A-05C0-42D8-8321-43463B8CC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903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A0A1-F4DB-4467-9601-E7157717FD2A}" type="datetimeFigureOut">
              <a:rPr lang="en-US" smtClean="0"/>
              <a:t>19-Nov-25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6B39A-05C0-42D8-8321-43463B8CC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057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A0A1-F4DB-4467-9601-E7157717FD2A}" type="datetimeFigureOut">
              <a:rPr lang="en-US" smtClean="0"/>
              <a:t>19-Nov-25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6B39A-05C0-42D8-8321-43463B8CC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381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A0A1-F4DB-4467-9601-E7157717FD2A}" type="datetimeFigureOut">
              <a:rPr lang="en-US" smtClean="0"/>
              <a:t>19-Nov-25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6B39A-05C0-42D8-8321-43463B8CC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061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A0A1-F4DB-4467-9601-E7157717FD2A}" type="datetimeFigureOut">
              <a:rPr lang="en-US" smtClean="0"/>
              <a:t>19-Nov-25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6B39A-05C0-42D8-8321-43463B8CC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097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A0A1-F4DB-4467-9601-E7157717FD2A}" type="datetimeFigureOut">
              <a:rPr lang="en-US" smtClean="0"/>
              <a:t>19-Nov-25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6B39A-05C0-42D8-8321-43463B8CC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145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A0A1-F4DB-4467-9601-E7157717FD2A}" type="datetimeFigureOut">
              <a:rPr lang="en-US" smtClean="0"/>
              <a:t>19-Nov-25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6B39A-05C0-42D8-8321-43463B8CC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598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A0A1-F4DB-4467-9601-E7157717FD2A}" type="datetimeFigureOut">
              <a:rPr lang="en-US" smtClean="0"/>
              <a:t>19-Nov-25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56B39A-05C0-42D8-8321-43463B8CC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990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9026"/>
            <a:ext cx="5767754" cy="833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990951"/>
            <a:ext cx="576774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Statistics </a:t>
            </a:r>
            <a:r>
              <a:rPr lang="en-US" sz="3200" dirty="0" smtClean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for </a:t>
            </a:r>
            <a:r>
              <a:rPr lang="en-US" sz="32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Business and </a:t>
            </a:r>
            <a:r>
              <a:rPr lang="en-US" sz="3200" dirty="0" smtClean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Economics</a:t>
            </a:r>
            <a:endParaRPr lang="en-US" sz="3200" dirty="0">
              <a:solidFill>
                <a:schemeClr val="bg1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-9962" y="6754055"/>
            <a:ext cx="551141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Mohammad Saifuddin</a:t>
            </a:r>
          </a:p>
          <a:p>
            <a:pPr algn="r"/>
            <a:endParaRPr lang="en-US" dirty="0" smtClean="0">
              <a:solidFill>
                <a:schemeClr val="bg1"/>
              </a:solidFill>
              <a:latin typeface="Garamond" panose="02020404030301010803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dirty="0" smtClean="0">
                <a:solidFill>
                  <a:schemeClr val="bg1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MS in Applied Statistics, </a:t>
            </a:r>
          </a:p>
          <a:p>
            <a:pPr algn="r"/>
            <a:r>
              <a:rPr lang="en-US" dirty="0" smtClean="0">
                <a:solidFill>
                  <a:schemeClr val="bg1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University of Dhaka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962" y="2032210"/>
            <a:ext cx="5778378" cy="4395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751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</TotalTime>
  <Words>15</Words>
  <Application>Microsoft Office PowerPoint</Application>
  <PresentationFormat>A4 Paper (210x297 mm)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Bahnschrift SemiBold Condensed</vt:lpstr>
      <vt:lpstr>Calibri</vt:lpstr>
      <vt:lpstr>Calibri Light</vt:lpstr>
      <vt:lpstr>Garamond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SAIFUDDIN</dc:creator>
  <cp:lastModifiedBy>SAIFUDDIN</cp:lastModifiedBy>
  <cp:revision>8</cp:revision>
  <dcterms:created xsi:type="dcterms:W3CDTF">2025-08-05T17:55:34Z</dcterms:created>
  <dcterms:modified xsi:type="dcterms:W3CDTF">2025-11-19T17:54:15Z</dcterms:modified>
</cp:coreProperties>
</file>